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52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0"/>
          </a:xfrm>
          <a:prstGeom prst="line">
            <a:avLst/>
          </a:prstGeom>
          <a:noFill/>
          <a:ln w="381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Tester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to expect, step by step.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March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LENS?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lens is a document that captures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you are professionally.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just skills and titles, but how you think, what environments you thrive in, and what signals indicate a genuinely good fit.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matching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Goes deeper than keywords on a resume to find what actually matters.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authentic self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Surfaces patterns you may not have articulated, even to yourself.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Actionable output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264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Produces a real document you can use, share, or plug into scoring tools.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TESTING SESSION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steps, about 30–50 minutes.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933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Gather materials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2996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min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600200" y="23134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Resume, LinkedIn PDF, writing samples, assessments, or anything that shows how you think about your career. Nothing required.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8620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the intake form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898648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177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25–45 min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600200" y="31821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phases: intro, file uploads, job status, and an 8-section guided conversation with AI. Progress saves automatically.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008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73075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out the feedback form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767328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177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min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1600200" y="4050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quick questions about your experience. Helps us learn what works and whether the output feels like you.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 — BEFORE YOU START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Gather any materials that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how you think about work.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is required, but more context means a better lens.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1576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PDF, DOCX, TXT, or MD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2724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profile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to PDF (scroll for recommendations first)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456432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3872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samples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Blog posts, reports, anything in your voice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867912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502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2918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DISC, StrengthsFinder, Myers-Briggs, coaching notes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4279392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6168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Anything else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2918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Letters, decks, Slack messages, journal entries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 — THE INTAKE 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phases, one conversation.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lens-app-five.vercel.app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310896" cy="310896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 lens is, what to expect, time estimates.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" y="2816352"/>
            <a:ext cx="0" cy="155448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990088"/>
            <a:ext cx="310896" cy="310896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 upload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9718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your gathered materials across five categories.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3319272"/>
            <a:ext cx="0" cy="155448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310896" cy="310896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 status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474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Employed, actively searching, or in transition. Shapes the AI’s tone.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" y="3822192"/>
            <a:ext cx="0" cy="155448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995928"/>
            <a:ext cx="310896" cy="310896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Guided discovery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3977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sections of conversation with AI. This is where the lens gets built.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progress saves automatically. If you close the tab, uploaded files need to be re-added, but the form tells you which ones.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 — THE CONVERSATION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sections, each exploring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different dimension of who you are.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identity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environment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20040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Values &amp; motivation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84048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Leadership &amp; collaboration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&amp; craft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256032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&amp; aspiration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320040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&amp; sector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384048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03520" y="4480560"/>
            <a:ext cx="3291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as your authentic self. There are no right answers. The AI is listening for patterns, not testing you.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lens document you can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actually use.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DOCUMENT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markdown file with YAML frontmatter capturing your professional identity across multiple dimensions. Includes: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200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Essence statement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8386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4564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 signals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3989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712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signals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959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968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signals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4224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Anti-patterns and dealbreakers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4480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edge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029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POWERS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5029200" y="2560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document is the input to a scoring pipeline that matches you against opportunities based on signal fit, not keyword overlap.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029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the sample briefing: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5029200" y="3840480"/>
            <a:ext cx="384048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12064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lens-app-five.vercel.app/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weekly-inflection-briefing-sample.html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 — FEEDBACK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Tell us how it went.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lens-feedback.vercel.app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questions, about 5 minutes.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it represent you better than a resume?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9077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Would you share this with a recruiter?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181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11810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Did it surface new insights about yourself?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284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32841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was the most valuable section?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was the weakest?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7490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What’s missing?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9593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 scale of 1–10, does this feel like you?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16966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Reaction to pricing and format of the paid product.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feedback directly shapes what we build next. Be honest.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few things to keep in mind.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202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 yourself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22494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listens for patterns and depth, not polished answers. Honest responses produce the best lens.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33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6060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 your 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29352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away and come back. Progress saves. Re-add uploaded files when you return.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1927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918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context = better lens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51560" y="3621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more materials you upload, the richer the conversation. Nothing is required.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05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9776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051560" y="43068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Reach out to Eric anytime. This is early and your experience matters.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Project  ·  Tester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 for testing.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468880"/>
            <a:ext cx="1371600" cy="0"/>
          </a:xfrm>
          <a:prstGeom prst="line">
            <a:avLst/>
          </a:prstGeom>
          <a:noFill/>
          <a:ln w="381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You’ll walk away with a lens document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actually use.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 form    </a:t>
            </a:r>
            <a:r>
              <a:rPr lang="en-US" sz="11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lens-app-five.vercel.app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form  </a:t>
            </a:r>
            <a:r>
              <a:rPr lang="en-US" sz="11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lens-feedback.vercel.app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output  </a:t>
            </a:r>
            <a:r>
              <a:rPr lang="en-US" sz="1100" dirty="0">
                <a:solidFill>
                  <a:srgbClr val="D9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lens-app-five.vercel.app/weekly-inflection-briefing-sample.html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Macintosh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Lens Project — Tester Walkthrough</dc:title>
  <dc:subject>PptxGenJS Presentation</dc:subject>
  <dc:creator>Eric Zelman</dc:creator>
  <cp:lastModifiedBy>Eric Zelman</cp:lastModifiedBy>
  <cp:revision>1</cp:revision>
  <dcterms:created xsi:type="dcterms:W3CDTF">2026-03-25T19:57:29Z</dcterms:created>
  <dcterms:modified xsi:type="dcterms:W3CDTF">2026-03-25T20:59:49Z</dcterms:modified>
</cp:coreProperties>
</file>