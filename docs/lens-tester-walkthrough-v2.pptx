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0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Tester Walkthrough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to expect, step by step.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April 2026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THE LENS?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document that captures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you are professionally.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just skills and titles, but how you think, what environments you thrive in, and what signals indicate a genuinely good fit. Your lens is yours — a portable file you own.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Deeper than keywords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Surfaces the identity signals that resumes and assessments miss.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2286000"/>
            <a:ext cx="260604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468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authentic self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66160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Patterns you may not have articulated, even to yourself.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2286000"/>
            <a:ext cx="260604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68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 output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0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real document you can use, share, or plug into scoring tools.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BIGGER PICTURE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You’re testing the candidate side.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Here’s what the full system does.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82880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 firms define what a role actually requires through structured stakeholder alignment.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06040" cy="1828800"/>
          </a:xfrm>
          <a:prstGeom prst="rect">
            <a:avLst/>
          </a:prstGeom>
          <a:solidFill>
            <a:srgbClr val="FEF0E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54864" cy="18288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complete a discovery conversation. This is what you’re testing.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06040" cy="182880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lenses are scored against each other. Output: fit analysis with tension points.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feedback on the discovery experience directly shapes the product. Be honest — that’s the whole point.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TESTING SESSION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steps, about 30–50 minutes.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Gather materials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373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Resume, LinkedIn PDF, writing samples, assessments, or anything that shows how you think about your career. Nothing required.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43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7373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 the intake form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8952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25–45 min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37360" y="2926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phases: intro, file uploads, job status, and an 8-section guided conversation with AI. Progress saves automatically.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7373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Fill out the feedback form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58952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737360" y="4069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Eight quick questions about your experience. Helps us learn what works and whether the output feels like you.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1 — BEFORE YOU START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Gather materials that show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you think about work.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Nothing is required, but more context means a better lens.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Resume — PDF, DOCX, TXT, or 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LinkedIn profile — print to PDF (scroll for recommendations first)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 samples — blog posts, reports, anything in your voice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Assessments — DISC, StrengthsFinder, Myers-Briggs, coaching notes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Anything else — letters, decks, Slack messages, journal entries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2 — THE INTAKE 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phases, one conversation.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lens-app-five.vercel.app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a lens is, what to expect, privacy disclosure.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upload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487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your gathered materials across five categories.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98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status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127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Employed, actively searching, or in transition. Shapes the AI’s tone.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538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Guided discovery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767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sections of conversation with AI. One question at a time. This is where the lens gets built.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 saves automatically. If you close the tab, uploaded files need to be re-added, but the form tells you which ones.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 — THE CONVERSATION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Eight sections, each exploring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different dimension of who you are.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Essence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throughline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&amp; Experience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Carry forward vs. leave behind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16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916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Behavioral evidence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575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Mission &amp; Sector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803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What’s worth your 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 Style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828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you actually operate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Energy 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487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fills vs. drains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871216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2916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57800" y="2916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Disqualifiers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145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no’s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29584"/>
            <a:ext cx="3931920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57800" y="3575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803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you are now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Answer as your authentic self. There are no right answers.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AI asks one question at a time and listens for patterns, not testing you.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lens document you can actually use.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DOCUMENT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structured file capturing your professional identity. Includes: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Essence statement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404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Values with behavioral evidence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6609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Energy mapping (fills vs. drains)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9169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 style signals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172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Domain and mission alignment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Disqualifiers with rationale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weights (your priorities)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3931920" cy="2926080"/>
          </a:xfrm>
          <a:prstGeom prst="rect">
            <a:avLst/>
          </a:prstGeom>
          <a:solidFill>
            <a:srgbClr val="FEF0E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54864" cy="292608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POWERS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is the input to a scoring pipeline that matches you against opportunities based on signal fit, not keyword overlap.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executive search firms, the same scoring engine evaluates candidates against structured role lenses — producing match reports with tension points and interview questions.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lens document is yours.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own it. It’s portable.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3 — FEEDBACK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Tell us how it went.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lens-feedback.vercel.app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Eight questions, about 5 minutes.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it represent you better than a resume?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you share this with a recruiter?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Did it surface new insights about yourself?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was the most valuable section?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was the weakest?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What’s missing?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a scale of 1–10, does this feel like you?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Reaction to pricing and format of the paid product.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feedback directly shapes what we build next. Be honest.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  ·  Tester Walkthrough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 for testing.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You’ll walk away with a lens document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can actually use.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2004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Intake 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lens-app-five.vercel.app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 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lens-feedback.vercel.app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Questions? Reach out to Eric anytime.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zelman@gmail.com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Macintosh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Project — Tester Walkthrough</dc:title>
  <dc:subject>PptxGenJS Presentation</dc:subject>
  <dc:creator>Eric Zelman</dc:creator>
  <cp:lastModifiedBy>Eric Zelman</cp:lastModifiedBy>
  <cp:revision>1</cp:revision>
  <dcterms:created xsi:type="dcterms:W3CDTF">2026-04-13T11:25:41Z</dcterms:created>
  <dcterms:modified xsi:type="dcterms:W3CDTF">2026-04-13T12:25:28Z</dcterms:modified>
</cp:coreProperties>
</file>