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D93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Lens Project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methodology. AI-powered. Revenue-generating.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partnership proposal for career coaches.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Eric Zelman — March 2026 —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1/11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Coaching ROI is invisible.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clients leave with clarity. But they can't show their recruiter, their hiring manager, or their spouse what that clarity looks like as a document. The transformation is real — the artifact is missing.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80467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if coaching produced a functional document that governed daily automated job matching? The outcome would be concrete, measurable, and ongoing.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2/11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lens document.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discovery sections that mirror great coaching conversations: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Essence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350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Skills &amp; Experience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734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Mission &amp; Sector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 Style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350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Fills You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734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Disqualifiers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Situation &amp; Timeline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80467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Output: a portable markdown document with YAML frontmatter that machines can score and humans can read.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3/11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PARTNERSHIP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methodology becomes an AI persona.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Contribute methodology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frameworks, session style, and coaching philosophy are encoded into an AI persona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Users discover through your lens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697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Clients interact with an AI coach that thinks and asks questions the way you 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 is always a functional lens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session produces a document that governs automated job matching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Revenue share + brand extension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name on the persona. Your clients in the funnel. Recurring revenue.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4/11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OPPORTUNITY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coaching helps both sides.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same discovery methodology works on hiring managers. A Role Lens captures who actually thrives at a company — not the job description, but the real talk. When a Candidate Lens and Role Lens are scored against each other, the result is a Match Report with signal-level reasoning and interview questions.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80467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unlocks enterprise contracts: companies pay for better hiring, coaches facilitate both sides, and the platform connects them.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5/11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PROGRESS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built, not theoretical.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7772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AI-guided intake form with 8 discovery sections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Working scoring pipeline (operational 4+ months)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 Lens Scorer with 9 evaluation modes (live on Vercel)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Bidirectional matching system fully specified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James Pratt coaching persona encoded (first partner, in testing)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testing feedback form (Airtable-backed)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IP protection framework in place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6/11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COACHES MATTER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Self-serve can't replicate depth.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AI can ask discovery questions. A coach-trained AI asks better ones — informed by years of pattern recognition, relational intuition, and the ability to push past comfortable answers.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coach channel is the quality moat. The lens documents produced through coach-facilitated discovery are measurably better — more nuanced signals, fewer false positives in scoring, higher user satisfaction.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80467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means your coaching becomes more valuable, not less, as AI improves.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7/11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ECONOMICS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coaches earn.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Revenue share on subscribers who came through your channel or used your persona. Your existing clients become platform subscribers. New users discover you through the platform.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80467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Freemium model: The discovery process is free. The paid product ($50/month) uses the lens for daily personalized briefings. Coaches earn on conversions and ongoing subscriptions.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8/11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LEARNING SYSTEM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lens gets smarter over time.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action a user takes — pursuing, skipping, interviewing, accepting, declining — feeds back into their personal scoring weights. The system learns what each person actually values, not just what they said in discovery.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a user's actions diverge from their lens, the system surfaces the drift and asks if their priorities have changed — it never silently overrides. This is coaching philosophy built into the product.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9/11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Become a founding coach partner.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 mutual NDA (protects both parties)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Encode your methodology as an AI persona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with 3-5 of your clients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Collect feedback, refine the persona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Launch as a named coach channel with revenue share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10/11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angle">
            <a:avLst/>
          </a:prstGeom>
          <a:solidFill>
            <a:srgbClr val="D93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Lens Project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methodology. AI-powered. Revenue-generating.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80467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Eric Zelman  •  eric@tide-pool.org  •  Providence, RI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302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CONFIDENTIAL — Subject to Mutual NDA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11/11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Lens Project — Coach Deck v4</dc:title>
  <dc:subject>PptxGenJS Presentation</dc:subject>
  <dc:creator>Eric Zelman</dc:creator>
  <cp:lastModifiedBy>Eric Zelman</cp:lastModifiedBy>
  <cp:revision>1</cp:revision>
  <dcterms:created xsi:type="dcterms:W3CDTF">2026-03-22T01:45:26Z</dcterms:created>
  <dcterms:modified xsi:type="dcterms:W3CDTF">2026-03-22T01:45:26Z</dcterms:modified>
</cp:coreProperties>
</file>