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D93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matching over keyword matching.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AI-assisted career identity discovery and bidirectional job matching.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 — March 2026 —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Hiring is broken in both directions.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74%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pipeline matches are false positives from keyword-based ATS filtering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1168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desirable roles are filled through networks before reaching job boards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ROI that standalone AI coaching can demonstrate to clients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lens, not a resume.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produces a structured identity document through AI-guided or coach-facilitated discovery. This lens captures who someone actually is — values, energy patterns, work style, relational fit — not keyword-optimized summaries of what they've done.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then governs an automated scoring pipeline that evaluates opportunities against identity signals, delivering daily briefings — not job alerts.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"Indelible" — the version of you that persists.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INNOVATION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lens matching.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CANDIDATE LENS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C→R Score: Does this opportunity fit me?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dimensions: Mission, Role, Culture,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Skill, Work Style, Energy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R→C Score: Does this candidate fit us?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dimensions: Builder Orientation, Relational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Fit, Domain, Values, Work Style, Energy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↔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Asymmetric by design. Each side asks a different question with different weights. Output: two independent scores + Mutual Fit composite + signal-level Match Report with interview questions.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Working scorer deployed and demo-able.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Nobody does both sides with depth.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1031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9999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Tool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9999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Direction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9999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Signal Type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9999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Output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ATS (Greenhouse, Lever)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Company→Candidate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Keyword overlap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Pass/fail screen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DISC / StrengthsFinder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Neither (self-report)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Static trait inventory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Profile report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360 Feedback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Backward-looking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Peer perception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Development plan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Jack &amp; Jill ($20M seed)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Candidate→Company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Shallow preference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Job recommendations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Lens Project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Both directions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Deep identity signals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Mutual fit + reasoning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Four-layer architecture.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8872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Discovery + Lens Document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AI-guided intake form produces a portable identity document (markdown + YAML)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18872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$50/MO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Scoring Pipeline + Briefings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 scored opportunities via n8n pipeline with passive monitoring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B2B2C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 Channel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Career coaches contribute methodology as AI personas. Revenue share.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188720" cy="320040"/>
          </a:xfrm>
          <a:prstGeom prst="rect">
            <a:avLst/>
          </a:prstGeom>
          <a:solidFill>
            <a:srgbClr val="D930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Matching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 ↔ Candidate Lens. Signal-level Match Reports with interview questions.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DEFENSIBILITY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Three-level learning system.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Per-user weight calibration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actions (pursue/skip/accept/decline) adjust their personal scoring weights over time. Learning rate 0.02 prevents overfitting.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Per-user disqualifier refinement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Consistently bypassed gates trigger suggestions to relax. Consistently missed matches suggest new gates.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model improvement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Anonymized, aggregated signal patterns improve scoring for all users. The data flywheel.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drift detection surfaces when actions diverge from stated preferences without silently overriding.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Coach-as-channel is the moat.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Self-serve AI discovery produces a functional lens. Coach-facilitated discovery produces a better one. The depth difference is the quality moat — and coaches bring their own clients.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flywheel: More coaches → more users → better data → better lenses → more coaches.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partner: James Pratt (career coach, methodology encoded as AI persona). SKILL.md built. Testing active.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phases.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 form + feedback collection. Testing with Nathan + James.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Tool Launch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to tide-pool.org. Free lens generation. Coach referrals. Email waitlist.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Paid Product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 to scoring pipeline. Daily briefings. $50/mo subscription. Passive monitoring.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Q4+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 coaches 2-5. Enterprise role lens. B2B2C revenue. Raise on data flywheel.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Built, not conceptual.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AI-guided intake form with 8 discovery sections (live Claude API)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 Scorer with Gate Tolerance + Analysis Depth sliders (9 modes, deployed on Vercel)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13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Candidate Lens Scorer (C→R direction, operational)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Lens System specification (role lens schema, matching algorithm, match report, feedback loop)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1810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n8n scoring pipeline (job alerts + VC portfolios + enrichment, operational for 4+ months)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 persona framework (James Pratt SKILL.md, in testing)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227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9227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Swiss Style pitch decks, feedback form, financial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251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325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 protection framework (IP summary, mutual NDA, prior art documented)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INTELLECTUAL PROPERTY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Protected and documented.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 Summary document filed March 21, 2026. Timestamped GitHub commit history from December 2025. Mutual NDA framework for all collaborators. Contributor IP boundaries formally defined.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Provisional patent path identified for bidirectional lens matching system. Prior art search in progress.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IP: lens document format, asymmetric matching algorithm, dimension cross-mapping method, coach persona encoding system, feedback loop with drift detection, focal length/aperture pipeline controls.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$750K seed.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Full-stack dev + pipeline infrastructure (12 months)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 acquisition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 5-10 coach partners with revenue share agreements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costs, hosting, tooling, legal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Content, community, coach referral program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target: $50/mo × 500 subscribers = $300K ARR by month 18.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Zelman, Founder.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18+ years building and leading Customer Success and Support teams at B2B SaaS companies. Most recently VP of Customer Support at Bigtincan — built the global support organization from zero, owned NRR, reported to CRO. Cloud Computing PGP from UT Austin (2026).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personal system that powers my own job search is the working proof of concept. I built the pipelines, the scoring, the lens document, and the feedback loops. This product is about making it work for everyone.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13/14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angle">
            <a:avLst/>
          </a:prstGeom>
          <a:solidFill>
            <a:srgbClr val="D93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matching over keyword matching.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  •  eric@tide-pool.org  •  Providence, RI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 — Subject to Mutual NDA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14/14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Project — Investor Deck v4</dc:title>
  <dc:subject>PptxGenJS Presentation</dc:subject>
  <dc:creator>Eric Zelman</dc:creator>
  <cp:lastModifiedBy>Eric Zelman</cp:lastModifiedBy>
  <cp:revision>1</cp:revision>
  <dcterms:created xsi:type="dcterms:W3CDTF">2026-03-22T01:45:26Z</dcterms:created>
  <dcterms:modified xsi:type="dcterms:W3CDTF">2026-03-22T01:45:26Z</dcterms:modified>
</cp:coreProperties>
</file>