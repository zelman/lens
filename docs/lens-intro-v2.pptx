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Search-Critical Discovery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&amp; Alignment for Executive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 ·  Zelman Labs LLC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 is broken on both sides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CANDIDATES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Resumes flatten identity into keywords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ATS systems reward gaming, not authenticity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22+ cold applications → zero responses is typical at senior levels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version of you that gets hired isn't the real you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COMPANIES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mis-hires at $300K+ cost 5–10× salary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Late-stage stakeholder misalignment kills more searches than candidate quality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25% confident their mobility approach works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Interviews test performance, not fit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188720"/>
            <a:ext cx="0" cy="164592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Aptitude Research, 2024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discovery that starts with the role, not the candidate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234440"/>
            <a:ext cx="365760" cy="36576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captures what the search actually requires — leadership style, team dynamics, growth stage — through structured stakeholder intake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1234440"/>
            <a:ext cx="365760" cy="3657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 lens produced through 25-45 min AI-guided coaching conversation across 8 identity dimensions: essence, values, mission, skills, work style, energy, disqualifiers, situation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365760" cy="365760"/>
          </a:xfrm>
          <a:prstGeom prst="ellipse">
            <a:avLst/>
          </a:prstGeom>
          <a:solidFill>
            <a:srgbClr val="2D6A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D6A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19659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scoring: role lens scores candidates (R→C), candidate lens scores companies (C→R). Signal matching, not keyword matching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document is portable, machine-readable (YAML + markdown), and user-owned — not a profile locked in a recruiter's CRM.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RESEARCH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extraction depth matters more than extraction method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Oh, Wang &amp; Mount (2011) showed that observer ratings of personality predict job performance significantly better than self-reports.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 of Applied Psychology, 96(4)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MEANS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Resumes are self-reports.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Candidates write about themselves. Recruiters scan for 6 seconds.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Standardized assessments are structured self-reports.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Plum, DISC, StrengthsFinder — the candidate answers questions about themselves.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Coached conversational discovery produces richer signal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because the AI probes, challenges, and draws out what surveys and resumes miss.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roadmap includes external observer signals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references, peer input, prior manager feedback — to move toward the predictive power the research describes.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research inspired our focus on extraction depth. Lens produces higher-resolution structured signal today;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roadmap approaches genuine observer-grade validity through external inputs.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alignment to matched opportunities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463040" cy="50292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Stakeholder alignment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search requires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234440"/>
            <a:ext cx="146304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Resume, LinkedIn,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samples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044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234440"/>
            <a:ext cx="146304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AI-guided coaching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identity dimensions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5780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1234440"/>
            <a:ext cx="146304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YAML + markdown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scoring contract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9516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1234440"/>
            <a:ext cx="1463040" cy="502920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MATCHING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scoring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R→C and C→R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43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APPLICATION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 firms create a Role Lens through structured stakeholder alignment, then evaluate candidates against it. Candidates score companies against their own lens. Neither side is reduced to keywords. The role lens is the wedge — it solves misalignment before any candidate enters the funnel.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WE 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Early validation signals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82880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Testers completed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discovery flow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2880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session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length (coaching depth)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182880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~8/10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"Feels like me"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rating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1280160"/>
            <a:ext cx="182880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Provisional patent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filed March 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Zelman Labs LLC formed (RI)  ·  Provisional patent App #64/015,187  ·  Live on Vercel (serverless proxy)  ·  NSF SBIR pitch in progress  ·  4 independent LLM stress tests completed on market thesis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recruiters are the first buyer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Directionally confirmed by Edie Hunt (retired Goldman Sachs Partner, 30+ yrs HCM). Validated through 4 independent AI stress tests.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wedge is alignment, not 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first value isn't 'better candidate understanding.' It's preventing the late-stage 'this candidate isn't the right kind of leader' surprise that kills searches. The role lens solves stakeholder misalignment before any candidate enters the funnel.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buyer: retained boutique, post-crisis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10-20 person sector-focused firm (B2B SaaS, healthcare, PE-backed), 20-60 C-level searches/year, $150-250K avg fee. Trigger: a high-profile mis-hire post-mortem, or a competitive pitch where they need to show more rigor than the bigger firm.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Per-search pricing, not per-seat SaaS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$2-5K per search package (1 role lens + N candidate lenses + client-ready reporting). At $4K/search across 2,500 searches/year → $10M ARR. Services-adjacent SaaS, not self-serve.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Others assess with surveys. We discover through coaching.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00584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08000" marR="508000" marT="508000" marB="508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Discovery Method</a:t>
                      </a:r>
                      <a:endParaRPr lang="en-US" sz="7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08000" marR="508000" marT="508000" marB="508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Bidirectional</a:t>
                      </a:r>
                      <a:endParaRPr lang="en-US" sz="7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08000" marR="508000" marT="508000" marB="508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Portable Output</a:t>
                      </a:r>
                      <a:endParaRPr lang="en-US" sz="7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08000" marR="508000" marT="508000" marB="508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Exec Search</a:t>
                      </a:r>
                      <a:endParaRPr lang="en-US" sz="7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08000" marR="508000" marT="508000" marB="508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D9302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Lens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Coached conversational AI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6A2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Yes (patent)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6A2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Yes (user-owned)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D6A2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Yes ($300K+)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Plum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Standardized self-report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Employer-locked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(volume)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Torre.ai ($10M)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Automated psychometrics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Platform-locked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(mid-market)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Jack &amp; Jill ($20M)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20-min AI preference interview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Partial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(broad)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ATS / LinkedIn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Resume parsing + keywords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DISC / MBTI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Standardized self-report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Partial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SquarePeg (pivoted)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Psychometric survey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590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Attempted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(pivoted)</a:t>
                      </a:r>
                      <a:endParaRPr lang="en-US" sz="7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35000" marR="635000" marT="381000" marB="381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distinction: Others match on behavioral signals using standardized self-report instruments.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uses coached conversational extraction — and starts with the role, not the candidate.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LENS SITS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search software landscape — 33+ tools evaluated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606040"/>
            <a:ext cx="64008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097280"/>
            <a:ext cx="0" cy="30175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4389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DISCOVERY DEPTH →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4592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 / self-report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49224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Coached identity signals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8288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Faster search,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inputs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Better inputs,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better matches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3736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efficiency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understanding,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matching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Recruiterflow, hireEZ,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SeekOut, Loxo, Atlas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8288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Greenhouse, Workday, iCIMS,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Zoho, Jobvite +14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4048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Clockwork, Invenias,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Talentis, Thrive TRM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66928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Plum, Torre.ai,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DISC, StrengthsFinder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583680" y="1325880"/>
            <a:ext cx="320040" cy="320040"/>
          </a:xfrm>
          <a:prstGeom prst="ellipse">
            <a:avLst/>
          </a:prstGeom>
          <a:solidFill>
            <a:srgbClr val="D93025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47688" y="1389888"/>
            <a:ext cx="182880" cy="18288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097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011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Jack &amp; Jill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tool optimizes the search. None improves the input.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Recruiterflow market analysis (33 tools) + Lens Project competitive intelligence — April 2026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PERSPECTIVE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I'd love your input 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Stakeholder alignment as the wedge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'prevent expensive misalignment' resonate more than 'deeper identity matching' as a pitch to exec search firms?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vs. candidate lens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starting with role definition and stakeholder alignment feel like a stronger entry point than candidate intake?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would a search firm need to see?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trial this on one active search — what's the minimum viable proof?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NEXT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Near-term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design and stakeholder alignment intake. Validation conversations with exec recruiters (Beth Stewart / Trewstar, Anne &amp; Rob Birdsong). Tester cohort expanding. Security hardening.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73152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Q2–Q3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pilot with 1-2 retained boutiques: role lens + candidate lens on active searches. Per-search pricing validation. Client-facing search brief artifact. Outcome tracking begins.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 ·  zelman@gmail.com  ·  Zelman Labs LLC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Provisional Patent App #64/015,187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Search-Critical Discovery &amp; Alignment</dc:title>
  <dc:subject>PptxGenJS Presentation</dc:subject>
  <dc:creator>Zelman Labs</dc:creator>
  <cp:lastModifiedBy>Zelman Labs</cp:lastModifiedBy>
  <cp:revision>1</cp:revision>
  <dcterms:created xsi:type="dcterms:W3CDTF">2026-04-13T01:00:25Z</dcterms:created>
  <dcterms:modified xsi:type="dcterms:W3CDTF">2026-04-13T01:00:25Z</dcterms:modified>
</cp:coreProperties>
</file>