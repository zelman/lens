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Inflection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functional inflection modeling for executive operators</a:t>
            </a:r>
          </a:p>
          <a:p>
            <a:r>
              <a:t>Goal: ramp to $100k+ income fast via high-ARPU founding cohort</a:t>
            </a:r>
          </a:p>
          <a:p>
            <a:r>
              <a:t>Built by operators; delivered as weekly intelligence, not a job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Executives don’t need more job posts—they need earlier signals</a:t>
            </a:r>
          </a:p>
          <a:p>
            <a:r>
              <a:t>Most ‘best-fit’ roles appear after inflection begins (too late)</a:t>
            </a:r>
          </a:p>
          <a:p>
            <a:r>
              <a:t>We surface companies before roles are posted (30/60/90 days)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It’s For (v1)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CS/CX leaders, RevOps leaders, GTM operators targeting Seed–Series A</a:t>
            </a:r>
          </a:p>
          <a:p>
            <a:r>
              <a:t>Builder/journeyman preference: 0→1, high agency roles</a:t>
            </a:r>
          </a:p>
          <a:p>
            <a:r>
              <a:t>High-signal search beats high-volume applying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Inflection Radar (Top 25–50) + ‘Why now’ narrative</a:t>
            </a:r>
          </a:p>
          <a:p>
            <a:r>
              <a:t>30/60/90-day role-likelihood scores + reason codes</a:t>
            </a:r>
          </a:p>
          <a:p>
            <a:r>
              <a:t>Watchlist + change alerts</a:t>
            </a:r>
          </a:p>
          <a:p>
            <a:r>
              <a:t>Outreach angles + context 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(Signals)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recency + stage</a:t>
            </a:r>
          </a:p>
          <a:p>
            <a:r>
              <a:t>Headcount velocity (overall + sales ramp)</a:t>
            </a:r>
          </a:p>
          <a:p>
            <a:r>
              <a:t>Leadership gaps (no CS/RevOps leader)</a:t>
            </a:r>
          </a:p>
          <a:p>
            <a:r>
              <a:t>Enterprise cues (pricing/security pages)</a:t>
            </a:r>
          </a:p>
          <a:p>
            <a:r>
              <a:t>Customer proof velocity (logos/case studies)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Positioning</a:t>
            </a:r>
          </a:p>
        </p:txBody>
      </p:sp>
      <p:pic>
        <p:nvPicPr>
          <p:cNvPr id="3" name="Picture 2" descr="eii_competitive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Lens-driven: encodes operator philosophy + disqualifiers</a:t>
            </a:r>
          </a:p>
          <a:p>
            <a:r>
              <a:t>Predictive: focuses on what the company will need next</a:t>
            </a:r>
          </a:p>
          <a:p>
            <a:r>
              <a:t>Reason-coded: explains ‘why now’ for trust</a:t>
            </a:r>
          </a:p>
          <a:p>
            <a:r>
              <a:t>Outcome loop: calibrates based on observed hires/postings</a:t>
            </a:r>
          </a:p>
          <a:p>
            <a:r>
              <a:t>Operator credibility enables premium pricing + fast outbound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Founding Cohort: $99–$149/mo (target $125), locked 12 months</a:t>
            </a:r>
          </a:p>
          <a:p>
            <a:r>
              <a:t>Standard plan later: $149–$199/mo (alerts + outreach pack)</a:t>
            </a:r>
          </a:p>
          <a:p>
            <a:r>
              <a:t>Optional concierge add-on: $300–$600/mo (limited)</a:t>
            </a:r>
          </a:p>
          <a:p>
            <a:r>
              <a:t>Key margin lever: dedup/caching to reduce enrichment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30/60/90/120 Day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9202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0–30</a:t>
            </a:r>
          </a:p>
          <a:p>
            <a:r>
              <a:t>Pre-sell</a:t>
            </a:r>
          </a:p>
          <a:p>
            <a:r>
              <a:t>25–40 members</a:t>
            </a:r>
          </a:p>
          <a:p>
            <a:r>
              <a:t>First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2011680"/>
            <a:ext cx="19202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31–60</a:t>
            </a:r>
          </a:p>
          <a:p>
            <a:r>
              <a:t>Retention</a:t>
            </a:r>
          </a:p>
          <a:p>
            <a:r>
              <a:t>75–100 members</a:t>
            </a:r>
          </a:p>
          <a:p>
            <a:r>
              <a:t>Weekly cadence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6060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79" y="2011680"/>
            <a:ext cx="19202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61–90</a:t>
            </a:r>
          </a:p>
          <a:p>
            <a:r>
              <a:t>Automation</a:t>
            </a:r>
          </a:p>
          <a:p>
            <a:r>
              <a:t>125–150 members</a:t>
            </a:r>
          </a:p>
          <a:p>
            <a:r>
              <a:t>Outcome 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606040"/>
            <a:ext cx="182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7999" y="2011680"/>
            <a:ext cx="19202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91–120</a:t>
            </a:r>
          </a:p>
          <a:p>
            <a:r>
              <a:t>2nd lens</a:t>
            </a:r>
          </a:p>
          <a:p>
            <a:r>
              <a:t>150–200 members</a:t>
            </a:r>
          </a:p>
          <a:p>
            <a:r>
              <a:t>Scale engine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75119" y="26060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(Early)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Acquisition: reply %, calls booked, close rate</a:t>
            </a:r>
          </a:p>
          <a:p>
            <a:r>
              <a:t>Activation: report opens, watchlist engagement</a:t>
            </a:r>
          </a:p>
          <a:p>
            <a:r>
              <a:t>Value: intros, interviews, conversations started</a:t>
            </a:r>
          </a:p>
          <a:p>
            <a:r>
              <a:t>Retention: month-1 churn, month-2 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Churn: make wins visible + tighten report quality</a:t>
            </a:r>
          </a:p>
          <a:p>
            <a:r>
              <a:t>Data fragility: rely on public/first-party sources; cache/dedup</a:t>
            </a:r>
          </a:p>
          <a:p>
            <a:r>
              <a:t>No audience: outbound + referrals + weekly public memos</a:t>
            </a:r>
          </a:p>
          <a:p>
            <a:r>
              <a:t>Overbuild: keep v1 manual; automate after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to Exit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for acquirability: clean data model, outcome dataset, multi-lens expansion</a:t>
            </a:r>
          </a:p>
          <a:p>
            <a:r>
              <a:t>Target 3–6x ARR with strong retention + growth</a:t>
            </a:r>
          </a:p>
          <a:p>
            <a:r>
              <a:t>Likely buyers: recruiting platforms, exec search, career intelligence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